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الترحيب بالطلاب وتقديم أجواء ممتعة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تأكد من فهم الطلاب لأهداف الدرس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مثال تشويقي قصير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بالتفصيل مع أمثلة من الحياة اليومية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EEF3FC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2926080" cy="2926080"/>
          </a:xfrm>
          <a:prstGeom prst="ellipse">
            <a:avLst/>
          </a:prstGeom>
          <a:solidFill>
            <a:srgbClr val="FBEDE4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640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600" b="1" dirty="0">
                <a:solidFill>
                  <a:srgbClr val="2E5E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العلوم   •   السادس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2377440"/>
            <a:ext cx="10698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en-US" sz="4800" b="1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الكهرباء ومصادرها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8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خطة الدرس والعرض التقديمي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E5E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D6FBE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📘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188720" y="21031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أهلاً بكم في الدرس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الصف السادس - المادة العلوم - اسم الدرس علوم الطبيعه - نرحب بالطلاب ونقدم أجواء ممتعة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962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💡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نتاجات التعلم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0" y="822960"/>
            <a:ext cx="72237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التعرف على المصادر الرئيسية للكهرباء</a:t>
            </a:r>
            <a:endParaRPr lang="en-US" sz="1800" dirty="0"/>
          </a:p>
          <a:p>
            <a:pPr algn="r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تعلم استخدامات الكهرباء الشائعة</a:t>
            </a:r>
            <a:endParaRPr lang="en-US" sz="1800" dirty="0"/>
          </a:p>
          <a:p>
            <a:pPr algn="r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معرفة كيفية توليد الكهرباء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6309360"/>
            <a:ext cx="7223760" cy="457200"/>
          </a:xfrm>
          <a:prstGeom prst="roundRect">
            <a:avLst>
              <a:gd name="adj" fmla="val 16000"/>
            </a:avLst>
          </a:prstGeom>
          <a:solidFill>
            <a:srgbClr val="FFF7EC"/>
          </a:solidFill>
          <a:ln w="12700">
            <a:solidFill>
              <a:srgbClr val="E8C7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6336792"/>
            <a:ext cx="6949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8A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اقتراح صورة: قائمة بخطوط ملونة متعددة الألوان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E5EA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3D6FBE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000000"/>
                </a:solidFill>
              </a:rPr>
              <a:t>🔍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1188720" y="210312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هل تعلم؟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71600" y="3017520"/>
            <a:ext cx="94183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البرق هو شكل طبيعي من الكهرباء!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6858000"/>
          </a:xfrm>
          <a:prstGeom prst="rect">
            <a:avLst/>
          </a:prstGeom>
          <a:solidFill>
            <a:srgbClr val="C9622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65176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dirty="0">
                <a:solidFill>
                  <a:srgbClr val="000000"/>
                </a:solidFill>
              </a:rPr>
              <a:t>🧩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365760" y="4114800"/>
            <a:ext cx="31089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شرح المفهوم الأساسي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297680" y="822960"/>
            <a:ext cx="722376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الكهرباء الساكنة تنتج عن احتكاك الأجسام</a:t>
            </a:r>
            <a:endParaRPr lang="en-US" sz="1800" dirty="0"/>
          </a:p>
          <a:p>
            <a:pPr algn="r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الكهرباء التيارية تنتج عن حركة الإلكترونات</a:t>
            </a:r>
            <a:endParaRPr lang="en-US" sz="1800" dirty="0"/>
          </a:p>
          <a:p>
            <a:pPr algn="r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هناك مصادر متجددة وغير متجددة للكهرباء</a:t>
            </a:r>
            <a:endParaRPr lang="en-US" sz="1800" dirty="0"/>
          </a:p>
          <a:p>
            <a:pPr algn="r" marL="342900" indent="-342900">
              <a:lnSpc>
                <a:spcPct val="125000"/>
              </a:lnSpc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rgbClr val="1B2A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محطات توليد الطاقة تحول الطاقة الحرارية إلى كهرباء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297680" y="6309360"/>
            <a:ext cx="7223760" cy="457200"/>
          </a:xfrm>
          <a:prstGeom prst="roundRect">
            <a:avLst>
              <a:gd name="adj" fmla="val 16000"/>
            </a:avLst>
          </a:prstGeom>
          <a:solidFill>
            <a:srgbClr val="FFF7EC"/>
          </a:solidFill>
          <a:ln w="12700">
            <a:solidFill>
              <a:srgbClr val="E8C7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34840" y="6336792"/>
            <a:ext cx="6949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en-US" sz="1150" i="1" dirty="0">
                <a:solidFill>
                  <a:srgbClr val="8A5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🖼  اقتراح صورة: رسم توضيحي لدائرة كهربائية بسيطة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4206240"/>
            <a:ext cx="4572000" cy="4572000"/>
          </a:xfrm>
          <a:prstGeom prst="ellipse">
            <a:avLst/>
          </a:prstGeom>
          <a:solidFill>
            <a:srgbClr val="24354F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37744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شكراً لكم 🌟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31520" y="356616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ctr" indent="0" marL="0">
              <a:buNone/>
            </a:pPr>
            <a:r>
              <a:rPr lang="en-US" sz="1800" dirty="0">
                <a:solidFill>
                  <a:srgbClr val="AAB8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الكهرباء ومصادرها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2026-07-29T09:43:52Z</dcterms:created>
  <dcterms:modified xsi:type="dcterms:W3CDTF">2026-07-29T09:43:52Z</dcterms:modified>
</cp:coreProperties>
</file>